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84648" y="5486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RÉPUBLIQUE DE MADAGASCAR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27432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Université d'Antsiranana — Faculté des Sciences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30175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Département Informatique — Licence Professionnelle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0" y="3474720"/>
            <a:ext cx="7616952" cy="1645920"/>
          </a:xfrm>
          <a:prstGeom prst="roundRect">
            <a:avLst>
              <a:gd name="adj" fmla="val 8333"/>
            </a:avLst>
          </a:prstGeom>
          <a:solidFill>
            <a:srgbClr val="1E40AF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0" y="3474720"/>
            <a:ext cx="7616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Conception et Réalisation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d'une Application Web de Gestion Hospitalière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286000" y="448056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 de la Clinique GODIE à Antsiranana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0" y="53035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Présenté par : JESE Andriamaniraka Davida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0" y="56235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Année universitaire 2024–2025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Antsiranana, Madagascar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Présentation de la Clinique GODIE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Établissement de santé privé fondé en 2010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Située à Ambondrona, Antsiranana (région Diana)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Dirigée par M. JESE Andriamaniraka Davida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6 services : consultations, hospitalisation, laboratoire, pharmacie, urgences, ambulance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Spécialités : cardiologie, pédiatrie, neurologie, gynécologie, dermatologie, orthopédie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63040"/>
            <a:ext cx="530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Contexte et Problématique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Registres papier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Recherche longue, doublons, perte de dossiers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Fichiers Excel dispersés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interconnectés, pas de synchronisation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40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Communications orales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traçabilité entre services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840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sauvegarde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297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de perte de données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48640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concevoir une application web complète, sécurisée et évolutive pour gérer intégralement les activités de la Clinique GODIE 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modulaire couvrant 30 modules fonctionnels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2128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212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moderne, responsive (PC, tablette, mobile)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8712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28712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CRUD générique (approche config-driven)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5295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52958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Persistance des données avec auto-incrémentation des ID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187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1879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analytique avec graphiques interactifs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846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Exports PDF, Excel, impression + sauvegarde JSON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55046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5046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maintenable et typé (TypeScript strict)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Analyse des Besoins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Acteurs du système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Administrateur — accès complet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Médecin — patients, consultations, ordonnances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Réceptionniste — patients, rendez-vous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Pharmacien — médicaments, stock, fournisseurs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Technicien de laboratoire — analyses, résultats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Comptable — factures, paiements, assurances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Chiffres clés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192024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77240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 fonctionnels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6974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697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77240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Acteurs identifiés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4747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474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77240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Besoins fonctionnels (BF)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425196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251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772400" y="4251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Besoins non fonctionnels (BNF)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502920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5029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772400" y="5029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Règles de gestion (RG)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Architecture Générale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463040"/>
            <a:ext cx="914400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371600" y="548640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5486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548640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5486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Logique Métier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0" y="548640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0" y="5486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Persistance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Technologies Utilisées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554480"/>
            <a:ext cx="9144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 18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Bibliothèque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54480"/>
            <a:ext cx="91440" cy="12801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Typage statique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017520"/>
            <a:ext cx="91440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Vite 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tool rapide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0175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017520"/>
            <a:ext cx="91440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Tailwind CSS 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4805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480560"/>
            <a:ext cx="91440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617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Chart.js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584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Graphiques interactifs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4805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480560"/>
            <a:ext cx="91440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4617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jsPDF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7512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Génération PDF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Conception UML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Points clés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4672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7 acteurs identifiés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30 modules fonctionnels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Opérations CRUD par module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Recherche et filtres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Exports PDF / Excel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4672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Tableau de bord analytique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Démonstration : Tableau de Bord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463040"/>
            <a:ext cx="10332720" cy="4389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cartes statistiques • Graphiques en temps réel • Alertes de stock • RDV récents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Démonstration : Modules Principaux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120640" cy="1645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291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55448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45920"/>
            <a:ext cx="5120640" cy="1645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17920" y="3291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3931920"/>
            <a:ext cx="5120640" cy="1645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" y="5577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Rendez-vous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09360" y="3931920"/>
            <a:ext cx="5120640" cy="1645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5577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Médicaments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Résultats et Améliorations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Résultats obtenus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30 modules fonctionnels opérationnels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Architecture config-driven validée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26 cas de tests passés (100%)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Application responsive (PC, mobile)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Mode clair / sombre fonctionnel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Exports PDF, Excel, impression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Sauvegarde et restauration 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Améliorations apportées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Élimination des registres papier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4688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Centralisation des données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017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Traçabilité des actions (journal)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Statistiques en temps réel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Réduction des erreurs de saisie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663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Accessibilité multi-postes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Sauvegarde automatique des données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Université d'Antsiranana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Conclusion et Perspectives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web de gestion hospitalière complète et professionnelle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modules couvrant l'ensemble du parcours de soins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config-driven : productivité, cohérence, maintenabilité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modernes : React, TypeScript, Vite, Tailwind CSS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124712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Perspectives d'évolution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Backend Node.js / Express avec PostgreSQL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4480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Authentification JWT et gestion des sessions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Application mobile native (React Native)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5029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Notifications SMS / push (rappels de RDV)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577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Intelligence artificielle pour l'aide au diagnostic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5577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Interconnexion avec des dispositifs médicaux (IoT)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Questions ?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84648" y="3840480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JESE Andriamaniraka Davida — Licence 3 Informatique — 2024–2025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2026-07-28T07:56:52Z</dcterms:created>
  <dcterms:modified xsi:type="dcterms:W3CDTF">2026-07-28T07:56:52Z</dcterms:modified>
</cp:coreProperties>
</file>